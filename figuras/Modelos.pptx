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696" y="75"/>
      </p:cViewPr>
      <p:guideLst>
        <p:guide orient="horz" pos="14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79A5E-C8B3-AEA1-3370-754CD34F3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AC1227-AC1E-ADD2-6B1C-3340D88DD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B3C2E5-D030-FB44-C411-42415233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5ED8C5-BC81-F037-B203-0E6197342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0604ED-4E53-4FA0-DA5F-5D4905AB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259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93A3B-B158-53C1-6ADC-74B6C305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AEE12-FDF9-D4ED-FB4F-06F802DF9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64D8B4-E371-EBA7-9460-3713BEFA8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84F001-8211-48C6-DED7-137C1664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C1982F-0151-0CEC-202F-CA4FB1EF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48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F4AEE-E84F-8BC9-B896-3A963CA38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0FC566-C9F3-18ED-EC92-97432DF53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536058-A842-5A83-C52D-9CA9C03E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54F161-12D1-67ED-2298-CAF9600E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AFA5BF-F961-3B3A-61FF-BBB3EBFC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4627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82D20-EA7E-13D9-4587-308D8EEC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DF999B-7EC4-5B0A-521B-A9A868EB9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637D03-E73C-826D-367E-A97D3504D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E2179C-F9D5-EA6F-FAE9-50138F5A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E88A7D-BDEF-B772-4A25-229C2620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7C45CF-B320-2266-3E7E-D1065B99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40966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9D612-CFC1-C54E-BE27-2AB9FD18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7B0820-300C-64F1-D3F0-5F7D299CF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26D397-A045-817A-3FBE-136F05C85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0CB10B-1B81-125E-4F6C-0C292CAAF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863C0A-4C5A-5D56-0166-C5F93A2C3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2ABF6A-329C-9F2D-C3A9-EC4D4EC8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A93C674-60E8-1A40-AFDE-6524EEAA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619FD8-1673-3137-C640-1A4F3C2A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657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E5A0A-0532-360C-020C-35C57CDB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58EA60-65A4-47A8-89D4-CE0DB3E05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E656A5-89E6-E4A6-160D-28BDED54A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4AB5D8-67A7-EF42-0A0F-1E3C4424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89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88A865-F349-27B8-56E5-7B8240D3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F966A1-71AA-B64B-C3DA-1DE0B0EE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7087E9-BF64-B374-EE26-C92A3C0E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262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FF949-59E2-82BB-6FEA-6DA7278D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9B56EE-FEC1-5A54-D62B-014507ADC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584282-E9D2-E053-E8E9-4D308542D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7382EC-FEE5-A920-F1A4-0A44CD1A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292DE5-2A6C-2BB6-5944-5E3BA499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2A472D-4F85-1626-9C24-0B18299F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446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34AEE-E2C4-6702-2371-B025CEC2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7F2198-3AEA-0BFC-FAAA-57E6D5176F1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0B7D0D-F468-C24D-3B4B-49C7CE953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A2B3CB-4865-FFB6-B6ED-34D932F1A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68D00B-DD97-46A7-A239-172F1699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80764E-F1BA-0317-F957-A914E3DF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2232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FB385-7604-DA7D-E42C-C10F9D68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38CB4C-589E-492B-846F-27A7A83C5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68DC24-C8C8-0FFD-5A7A-6830AA4B1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462432-1A08-79FD-8AF9-969E446B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64BCAA-0D06-92E0-9225-10B57735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2486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79B2A1-77DC-4A58-BBBB-0164CBEF7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93B17E-9084-41DE-4A08-52CCF6CBD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ADF504-08DD-813F-8615-761E9FCB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1106AE-4B57-DFDF-8371-113E5A69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27AECB-1EE0-A639-941E-AA13A6FCF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143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969ADB-326B-3DFF-6EB2-9044004E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9AF1C5-80D1-B582-9A09-A476B47B5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77A4D2-ED62-F038-D915-8B721FB7E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8096A-8D2B-4466-9166-03B0ED248B26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8455C-1255-7DCD-9970-6BF5B39CA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1F8161-69D4-E507-FE79-7E83783F8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F1D73-644C-4815-8EC4-2105C4F330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6621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C8E95A7-457B-CFCD-FB56-F98B2D3FBE5C}"/>
              </a:ext>
            </a:extLst>
          </p:cNvPr>
          <p:cNvSpPr/>
          <p:nvPr/>
        </p:nvSpPr>
        <p:spPr>
          <a:xfrm>
            <a:off x="504545" y="64365"/>
            <a:ext cx="3568823" cy="4730794"/>
          </a:xfrm>
          <a:prstGeom prst="roundRect">
            <a:avLst>
              <a:gd name="adj" fmla="val 1742"/>
            </a:avLst>
          </a:prstGeom>
          <a:noFill/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Edificación de la base de datos</a:t>
            </a:r>
            <a:endParaRPr lang="es-PE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663CFE6-6D80-40C8-5B49-E24D6D254461}"/>
              </a:ext>
            </a:extLst>
          </p:cNvPr>
          <p:cNvSpPr/>
          <p:nvPr/>
        </p:nvSpPr>
        <p:spPr>
          <a:xfrm>
            <a:off x="4311588" y="64364"/>
            <a:ext cx="3568823" cy="4730794"/>
          </a:xfrm>
          <a:prstGeom prst="roundRect">
            <a:avLst>
              <a:gd name="adj" fmla="val 1742"/>
            </a:avLst>
          </a:prstGeom>
          <a:noFill/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Implementación y evaluación del algoritmo</a:t>
            </a:r>
            <a:endParaRPr lang="es-PE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677CBD7-6952-BA86-8ABC-991EE198E60C}"/>
              </a:ext>
            </a:extLst>
          </p:cNvPr>
          <p:cNvSpPr/>
          <p:nvPr/>
        </p:nvSpPr>
        <p:spPr>
          <a:xfrm>
            <a:off x="8118631" y="64364"/>
            <a:ext cx="3568823" cy="4730794"/>
          </a:xfrm>
          <a:prstGeom prst="roundRect">
            <a:avLst>
              <a:gd name="adj" fmla="val 1742"/>
            </a:avLst>
          </a:prstGeom>
          <a:noFill/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 del </a:t>
            </a:r>
            <a:r>
              <a:rPr lang="es-ES" sz="24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</a:t>
            </a:r>
            <a:endParaRPr lang="es-PE" sz="2400" i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Diagrama de flujo: disco magnético 9">
            <a:extLst>
              <a:ext uri="{FF2B5EF4-FFF2-40B4-BE49-F238E27FC236}">
                <a16:creationId xmlns:a16="http://schemas.microsoft.com/office/drawing/2014/main" id="{8C159F27-21D9-17CA-5ECD-B52134DD7E2A}"/>
              </a:ext>
            </a:extLst>
          </p:cNvPr>
          <p:cNvSpPr/>
          <p:nvPr/>
        </p:nvSpPr>
        <p:spPr>
          <a:xfrm>
            <a:off x="3004374" y="3902529"/>
            <a:ext cx="882607" cy="812210"/>
          </a:xfrm>
          <a:prstGeom prst="flowChartMagneticDisk">
            <a:avLst/>
          </a:prstGeom>
          <a:solidFill>
            <a:schemeClr val="tx2">
              <a:lumMod val="90000"/>
              <a:lumOff val="10000"/>
              <a:alpha val="6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Conjunto de Datos</a:t>
            </a:r>
            <a:endParaRPr lang="es-PE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9" name="Rectángulo: esquinas redondeadas 248">
            <a:extLst>
              <a:ext uri="{FF2B5EF4-FFF2-40B4-BE49-F238E27FC236}">
                <a16:creationId xmlns:a16="http://schemas.microsoft.com/office/drawing/2014/main" id="{648028D8-711C-62FE-C25F-70CAB57ED45E}"/>
              </a:ext>
            </a:extLst>
          </p:cNvPr>
          <p:cNvSpPr/>
          <p:nvPr/>
        </p:nvSpPr>
        <p:spPr>
          <a:xfrm>
            <a:off x="4497977" y="991687"/>
            <a:ext cx="3196046" cy="893364"/>
          </a:xfrm>
          <a:prstGeom prst="roundRect">
            <a:avLst>
              <a:gd name="adj" fmla="val 3623"/>
            </a:avLst>
          </a:prstGeom>
          <a:solidFill>
            <a:schemeClr val="accent6">
              <a:lumMod val="50000"/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Implementación del algoritmo de detección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1" name="Rectángulo: esquinas redondeadas 250">
            <a:extLst>
              <a:ext uri="{FF2B5EF4-FFF2-40B4-BE49-F238E27FC236}">
                <a16:creationId xmlns:a16="http://schemas.microsoft.com/office/drawing/2014/main" id="{01B1F0A0-9F17-E7FC-3B8C-645579F8909E}"/>
              </a:ext>
            </a:extLst>
          </p:cNvPr>
          <p:cNvSpPr/>
          <p:nvPr/>
        </p:nvSpPr>
        <p:spPr>
          <a:xfrm>
            <a:off x="4506685" y="1967769"/>
            <a:ext cx="3196046" cy="893364"/>
          </a:xfrm>
          <a:prstGeom prst="roundRect">
            <a:avLst>
              <a:gd name="adj" fmla="val 3623"/>
            </a:avLst>
          </a:prstGeom>
          <a:solidFill>
            <a:schemeClr val="accent6">
              <a:lumMod val="50000"/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Validación cruzada con el conjunto de datos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3" name="Rectángulo: esquinas redondeadas 252">
            <a:extLst>
              <a:ext uri="{FF2B5EF4-FFF2-40B4-BE49-F238E27FC236}">
                <a16:creationId xmlns:a16="http://schemas.microsoft.com/office/drawing/2014/main" id="{81A04065-556F-C846-4A35-63FAA2955021}"/>
              </a:ext>
            </a:extLst>
          </p:cNvPr>
          <p:cNvSpPr/>
          <p:nvPr/>
        </p:nvSpPr>
        <p:spPr>
          <a:xfrm>
            <a:off x="8305019" y="991687"/>
            <a:ext cx="3196046" cy="893364"/>
          </a:xfrm>
          <a:prstGeom prst="roundRect">
            <a:avLst>
              <a:gd name="adj" fmla="val 3623"/>
            </a:avLst>
          </a:prstGeom>
          <a:solidFill>
            <a:schemeClr val="accent5">
              <a:lumMod val="50000"/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 de la extensión del modelo en el </a:t>
            </a:r>
            <a:r>
              <a:rPr lang="es-ES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actual (Interfaz nueva)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5" name="Rectángulo: esquinas redondeadas 254">
            <a:extLst>
              <a:ext uri="{FF2B5EF4-FFF2-40B4-BE49-F238E27FC236}">
                <a16:creationId xmlns:a16="http://schemas.microsoft.com/office/drawing/2014/main" id="{549069D2-A9A7-1BF0-6BC1-8FD304289FB1}"/>
              </a:ext>
            </a:extLst>
          </p:cNvPr>
          <p:cNvSpPr/>
          <p:nvPr/>
        </p:nvSpPr>
        <p:spPr>
          <a:xfrm>
            <a:off x="8305019" y="1967769"/>
            <a:ext cx="3196046" cy="893364"/>
          </a:xfrm>
          <a:prstGeom prst="roundRect">
            <a:avLst>
              <a:gd name="adj" fmla="val 3623"/>
            </a:avLst>
          </a:prstGeom>
          <a:solidFill>
            <a:schemeClr val="accent5">
              <a:lumMod val="50000"/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Incorporación del modelo de detección (Conexión con el modelo de IA)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7" name="Rectángulo: esquinas redondeadas 256">
            <a:extLst>
              <a:ext uri="{FF2B5EF4-FFF2-40B4-BE49-F238E27FC236}">
                <a16:creationId xmlns:a16="http://schemas.microsoft.com/office/drawing/2014/main" id="{9C32E97C-3E06-8608-94C2-79A7A61E8704}"/>
              </a:ext>
            </a:extLst>
          </p:cNvPr>
          <p:cNvSpPr/>
          <p:nvPr/>
        </p:nvSpPr>
        <p:spPr>
          <a:xfrm>
            <a:off x="8305019" y="2943850"/>
            <a:ext cx="3196046" cy="893364"/>
          </a:xfrm>
          <a:prstGeom prst="roundRect">
            <a:avLst>
              <a:gd name="adj" fmla="val 3623"/>
            </a:avLst>
          </a:prstGeom>
          <a:solidFill>
            <a:schemeClr val="accent5">
              <a:lumMod val="50000"/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Validación del </a:t>
            </a:r>
            <a:r>
              <a:rPr lang="es-ES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completo con usuarios en tiempo real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0" name="Rectángulo: esquinas redondeadas 259">
            <a:extLst>
              <a:ext uri="{FF2B5EF4-FFF2-40B4-BE49-F238E27FC236}">
                <a16:creationId xmlns:a16="http://schemas.microsoft.com/office/drawing/2014/main" id="{50351352-2C35-B7BA-BF67-7D550C2AC57D}"/>
              </a:ext>
            </a:extLst>
          </p:cNvPr>
          <p:cNvSpPr/>
          <p:nvPr/>
        </p:nvSpPr>
        <p:spPr>
          <a:xfrm>
            <a:off x="690935" y="991687"/>
            <a:ext cx="3196046" cy="893364"/>
          </a:xfrm>
          <a:prstGeom prst="roundRect">
            <a:avLst>
              <a:gd name="adj" fmla="val 3623"/>
            </a:avLst>
          </a:prstGeom>
          <a:solidFill>
            <a:schemeClr val="tx2">
              <a:lumMod val="90000"/>
              <a:lumOff val="1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Captura de las imágenes a partir de fotografías digitales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Rectángulo: esquinas redondeadas 261">
            <a:extLst>
              <a:ext uri="{FF2B5EF4-FFF2-40B4-BE49-F238E27FC236}">
                <a16:creationId xmlns:a16="http://schemas.microsoft.com/office/drawing/2014/main" id="{8094A6CB-CB72-786A-0E98-27E8FE1D8AF1}"/>
              </a:ext>
            </a:extLst>
          </p:cNvPr>
          <p:cNvSpPr/>
          <p:nvPr/>
        </p:nvSpPr>
        <p:spPr>
          <a:xfrm>
            <a:off x="699643" y="1967769"/>
            <a:ext cx="3196046" cy="893364"/>
          </a:xfrm>
          <a:prstGeom prst="roundRect">
            <a:avLst>
              <a:gd name="adj" fmla="val 3623"/>
            </a:avLst>
          </a:prstGeom>
          <a:solidFill>
            <a:schemeClr val="tx2">
              <a:lumMod val="90000"/>
              <a:lumOff val="1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Etiquetado de los defectos en las imágenes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65" name="Gráfico 264">
            <a:extLst>
              <a:ext uri="{FF2B5EF4-FFF2-40B4-BE49-F238E27FC236}">
                <a16:creationId xmlns:a16="http://schemas.microsoft.com/office/drawing/2014/main" id="{6DBB4465-0C53-C391-9FFF-99DF0479C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1166" y="3877728"/>
            <a:ext cx="711566" cy="854912"/>
          </a:xfrm>
          <a:prstGeom prst="rect">
            <a:avLst/>
          </a:prstGeom>
        </p:spPr>
      </p:pic>
      <p:pic>
        <p:nvPicPr>
          <p:cNvPr id="267" name="Gráfico 266">
            <a:extLst>
              <a:ext uri="{FF2B5EF4-FFF2-40B4-BE49-F238E27FC236}">
                <a16:creationId xmlns:a16="http://schemas.microsoft.com/office/drawing/2014/main" id="{4AEDF6CA-4528-B15B-5AAA-C1F392897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0245" y="3966619"/>
            <a:ext cx="920820" cy="742677"/>
          </a:xfrm>
          <a:prstGeom prst="rect">
            <a:avLst/>
          </a:prstGeom>
        </p:spPr>
      </p:pic>
      <p:sp>
        <p:nvSpPr>
          <p:cNvPr id="274" name="Rectángulo: esquinas redondeadas 273">
            <a:extLst>
              <a:ext uri="{FF2B5EF4-FFF2-40B4-BE49-F238E27FC236}">
                <a16:creationId xmlns:a16="http://schemas.microsoft.com/office/drawing/2014/main" id="{75ADE485-1D27-5983-F16C-EA5441D238E3}"/>
              </a:ext>
            </a:extLst>
          </p:cNvPr>
          <p:cNvSpPr/>
          <p:nvPr/>
        </p:nvSpPr>
        <p:spPr>
          <a:xfrm>
            <a:off x="690933" y="2943850"/>
            <a:ext cx="3196046" cy="893364"/>
          </a:xfrm>
          <a:prstGeom prst="roundRect">
            <a:avLst>
              <a:gd name="adj" fmla="val 3623"/>
            </a:avLst>
          </a:prstGeom>
          <a:solidFill>
            <a:schemeClr val="tx2">
              <a:lumMod val="90000"/>
              <a:lumOff val="1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Limpieza, tabulación y registro del conjunto de datos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94525CA-A5CF-0BB2-5E4B-AC4360E3AF45}"/>
              </a:ext>
            </a:extLst>
          </p:cNvPr>
          <p:cNvSpPr/>
          <p:nvPr/>
        </p:nvSpPr>
        <p:spPr>
          <a:xfrm>
            <a:off x="4497976" y="2943850"/>
            <a:ext cx="3196046" cy="893364"/>
          </a:xfrm>
          <a:prstGeom prst="roundRect">
            <a:avLst>
              <a:gd name="adj" fmla="val 3623"/>
            </a:avLst>
          </a:prstGeom>
          <a:solidFill>
            <a:schemeClr val="accent6">
              <a:lumMod val="50000"/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Redacción del documento de investigación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233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06BEDBB-B367-916E-F1F0-6B754FFA880E}"/>
              </a:ext>
            </a:extLst>
          </p:cNvPr>
          <p:cNvCxnSpPr>
            <a:cxnSpLocks/>
          </p:cNvCxnSpPr>
          <p:nvPr/>
        </p:nvCxnSpPr>
        <p:spPr>
          <a:xfrm>
            <a:off x="5729669" y="1993715"/>
            <a:ext cx="0" cy="46883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B797389-5A47-1842-D1B4-4E23AC83BAB8}"/>
              </a:ext>
            </a:extLst>
          </p:cNvPr>
          <p:cNvCxnSpPr>
            <a:cxnSpLocks/>
          </p:cNvCxnSpPr>
          <p:nvPr/>
        </p:nvCxnSpPr>
        <p:spPr>
          <a:xfrm>
            <a:off x="6485663" y="1987593"/>
            <a:ext cx="0" cy="47496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C9A931A-783B-77CC-BD40-D5364AE67B4C}"/>
              </a:ext>
            </a:extLst>
          </p:cNvPr>
          <p:cNvCxnSpPr>
            <a:cxnSpLocks/>
          </p:cNvCxnSpPr>
          <p:nvPr/>
        </p:nvCxnSpPr>
        <p:spPr>
          <a:xfrm>
            <a:off x="7237934" y="1987593"/>
            <a:ext cx="0" cy="47496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0CEAE78B-5274-830B-45CD-F4DD67E415E6}"/>
              </a:ext>
            </a:extLst>
          </p:cNvPr>
          <p:cNvSpPr/>
          <p:nvPr/>
        </p:nvSpPr>
        <p:spPr>
          <a:xfrm>
            <a:off x="4558828" y="3130727"/>
            <a:ext cx="3116240" cy="1011398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6ED7E18-78CD-1FCB-8F33-8A4B251EB324}"/>
              </a:ext>
            </a:extLst>
          </p:cNvPr>
          <p:cNvSpPr/>
          <p:nvPr/>
        </p:nvSpPr>
        <p:spPr>
          <a:xfrm>
            <a:off x="4558828" y="961699"/>
            <a:ext cx="3116240" cy="1158403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FDC0600-10FE-EC33-0433-8A14830A83F3}"/>
              </a:ext>
            </a:extLst>
          </p:cNvPr>
          <p:cNvGrpSpPr/>
          <p:nvPr/>
        </p:nvGrpSpPr>
        <p:grpSpPr>
          <a:xfrm rot="10800000">
            <a:off x="4666101" y="2479694"/>
            <a:ext cx="661917" cy="277503"/>
            <a:chOff x="4872251" y="3668974"/>
            <a:chExt cx="2172236" cy="830234"/>
          </a:xfrm>
          <a:solidFill>
            <a:srgbClr val="663300">
              <a:alpha val="50000"/>
            </a:srgbClr>
          </a:solidFill>
        </p:grpSpPr>
        <p:sp>
          <p:nvSpPr>
            <p:cNvPr id="12" name="Cubo 11">
              <a:extLst>
                <a:ext uri="{FF2B5EF4-FFF2-40B4-BE49-F238E27FC236}">
                  <a16:creationId xmlns:a16="http://schemas.microsoft.com/office/drawing/2014/main" id="{CA36AEBA-94CC-60E6-A03D-CFC2C3F11207}"/>
                </a:ext>
              </a:extLst>
            </p:cNvPr>
            <p:cNvSpPr/>
            <p:nvPr/>
          </p:nvSpPr>
          <p:spPr>
            <a:xfrm>
              <a:off x="4872251" y="3985143"/>
              <a:ext cx="2172236" cy="514065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Cubo 12">
              <a:extLst>
                <a:ext uri="{FF2B5EF4-FFF2-40B4-BE49-F238E27FC236}">
                  <a16:creationId xmlns:a16="http://schemas.microsoft.com/office/drawing/2014/main" id="{7ED3AC86-2D8E-7A0F-ABAC-3BE3D9B6CA50}"/>
                </a:ext>
              </a:extLst>
            </p:cNvPr>
            <p:cNvSpPr/>
            <p:nvPr/>
          </p:nvSpPr>
          <p:spPr>
            <a:xfrm>
              <a:off x="5274859" y="3822513"/>
              <a:ext cx="1394346" cy="407157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Cubo 13">
              <a:extLst>
                <a:ext uri="{FF2B5EF4-FFF2-40B4-BE49-F238E27FC236}">
                  <a16:creationId xmlns:a16="http://schemas.microsoft.com/office/drawing/2014/main" id="{867F3E8E-6970-5074-8773-3C59F5AEE3A6}"/>
                </a:ext>
              </a:extLst>
            </p:cNvPr>
            <p:cNvSpPr/>
            <p:nvPr/>
          </p:nvSpPr>
          <p:spPr>
            <a:xfrm>
              <a:off x="5569424" y="3668974"/>
              <a:ext cx="854123" cy="350293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BB977EE-A87F-E491-6BC3-2EB2A7F1C3C9}"/>
              </a:ext>
            </a:extLst>
          </p:cNvPr>
          <p:cNvSpPr/>
          <p:nvPr/>
        </p:nvSpPr>
        <p:spPr>
          <a:xfrm>
            <a:off x="4666101" y="1226332"/>
            <a:ext cx="563176" cy="833212"/>
          </a:xfrm>
          <a:prstGeom prst="roundRect">
            <a:avLst>
              <a:gd name="adj" fmla="val 6191"/>
            </a:avLst>
          </a:prstGeom>
          <a:pattFill prst="lgGrid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0F05D9A-2144-61AB-A737-970446B77CD9}"/>
              </a:ext>
            </a:extLst>
          </p:cNvPr>
          <p:cNvSpPr/>
          <p:nvPr/>
        </p:nvSpPr>
        <p:spPr>
          <a:xfrm>
            <a:off x="5433092" y="1226332"/>
            <a:ext cx="563176" cy="833212"/>
          </a:xfrm>
          <a:prstGeom prst="roundRect">
            <a:avLst>
              <a:gd name="adj" fmla="val 6191"/>
            </a:avLst>
          </a:prstGeom>
          <a:pattFill prst="lgGrid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36ECFB9-DBB5-E46F-B49C-E11AB556C1E5}"/>
              </a:ext>
            </a:extLst>
          </p:cNvPr>
          <p:cNvSpPr/>
          <p:nvPr/>
        </p:nvSpPr>
        <p:spPr>
          <a:xfrm>
            <a:off x="6194719" y="1223309"/>
            <a:ext cx="563176" cy="833212"/>
          </a:xfrm>
          <a:prstGeom prst="roundRect">
            <a:avLst>
              <a:gd name="adj" fmla="val 6191"/>
            </a:avLst>
          </a:prstGeom>
          <a:pattFill prst="lgGrid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FC9C62B-A593-B5C4-2247-5A2B729FB352}"/>
              </a:ext>
            </a:extLst>
          </p:cNvPr>
          <p:cNvSpPr/>
          <p:nvPr/>
        </p:nvSpPr>
        <p:spPr>
          <a:xfrm>
            <a:off x="6956346" y="1223309"/>
            <a:ext cx="563176" cy="833212"/>
          </a:xfrm>
          <a:prstGeom prst="roundRect">
            <a:avLst>
              <a:gd name="adj" fmla="val 6191"/>
            </a:avLst>
          </a:prstGeom>
          <a:pattFill prst="lgGrid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9999A5D-F631-B185-54FA-29619B5E3B5A}"/>
              </a:ext>
            </a:extLst>
          </p:cNvPr>
          <p:cNvGrpSpPr/>
          <p:nvPr/>
        </p:nvGrpSpPr>
        <p:grpSpPr>
          <a:xfrm rot="10800000">
            <a:off x="5402874" y="2479695"/>
            <a:ext cx="661917" cy="277503"/>
            <a:chOff x="4872251" y="3668974"/>
            <a:chExt cx="2172236" cy="830234"/>
          </a:xfrm>
          <a:solidFill>
            <a:srgbClr val="663300">
              <a:alpha val="50000"/>
            </a:srgbClr>
          </a:solidFill>
        </p:grpSpPr>
        <p:sp>
          <p:nvSpPr>
            <p:cNvPr id="20" name="Cubo 19">
              <a:extLst>
                <a:ext uri="{FF2B5EF4-FFF2-40B4-BE49-F238E27FC236}">
                  <a16:creationId xmlns:a16="http://schemas.microsoft.com/office/drawing/2014/main" id="{05A3AF25-E48A-6DB9-3F6F-480C3274C414}"/>
                </a:ext>
              </a:extLst>
            </p:cNvPr>
            <p:cNvSpPr/>
            <p:nvPr/>
          </p:nvSpPr>
          <p:spPr>
            <a:xfrm>
              <a:off x="4872251" y="3985143"/>
              <a:ext cx="2172236" cy="514065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1" name="Cubo 20">
              <a:extLst>
                <a:ext uri="{FF2B5EF4-FFF2-40B4-BE49-F238E27FC236}">
                  <a16:creationId xmlns:a16="http://schemas.microsoft.com/office/drawing/2014/main" id="{CEBDF434-6576-3DD8-9473-1954AE46C50A}"/>
                </a:ext>
              </a:extLst>
            </p:cNvPr>
            <p:cNvSpPr/>
            <p:nvPr/>
          </p:nvSpPr>
          <p:spPr>
            <a:xfrm>
              <a:off x="5274859" y="3822513"/>
              <a:ext cx="1394346" cy="407157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2" name="Cubo 21">
              <a:extLst>
                <a:ext uri="{FF2B5EF4-FFF2-40B4-BE49-F238E27FC236}">
                  <a16:creationId xmlns:a16="http://schemas.microsoft.com/office/drawing/2014/main" id="{427E2CB6-67FC-6DD2-FCDC-B9B70576296E}"/>
                </a:ext>
              </a:extLst>
            </p:cNvPr>
            <p:cNvSpPr/>
            <p:nvPr/>
          </p:nvSpPr>
          <p:spPr>
            <a:xfrm>
              <a:off x="5569424" y="3668974"/>
              <a:ext cx="854123" cy="350293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9C74066-1D69-ED1B-500D-42D1A311749F}"/>
              </a:ext>
            </a:extLst>
          </p:cNvPr>
          <p:cNvGrpSpPr/>
          <p:nvPr/>
        </p:nvGrpSpPr>
        <p:grpSpPr>
          <a:xfrm rot="10800000">
            <a:off x="6166319" y="2476671"/>
            <a:ext cx="661917" cy="277503"/>
            <a:chOff x="4872251" y="3668974"/>
            <a:chExt cx="2172236" cy="830234"/>
          </a:xfrm>
          <a:solidFill>
            <a:srgbClr val="663300">
              <a:alpha val="50000"/>
            </a:srgbClr>
          </a:solidFill>
        </p:grpSpPr>
        <p:sp>
          <p:nvSpPr>
            <p:cNvPr id="24" name="Cubo 23">
              <a:extLst>
                <a:ext uri="{FF2B5EF4-FFF2-40B4-BE49-F238E27FC236}">
                  <a16:creationId xmlns:a16="http://schemas.microsoft.com/office/drawing/2014/main" id="{91566277-1A42-2571-6C97-8DA037123577}"/>
                </a:ext>
              </a:extLst>
            </p:cNvPr>
            <p:cNvSpPr/>
            <p:nvPr/>
          </p:nvSpPr>
          <p:spPr>
            <a:xfrm>
              <a:off x="4872251" y="3985143"/>
              <a:ext cx="2172236" cy="514065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5" name="Cubo 24">
              <a:extLst>
                <a:ext uri="{FF2B5EF4-FFF2-40B4-BE49-F238E27FC236}">
                  <a16:creationId xmlns:a16="http://schemas.microsoft.com/office/drawing/2014/main" id="{A6D3B502-D002-B838-244D-6787313F1E08}"/>
                </a:ext>
              </a:extLst>
            </p:cNvPr>
            <p:cNvSpPr/>
            <p:nvPr/>
          </p:nvSpPr>
          <p:spPr>
            <a:xfrm>
              <a:off x="5274859" y="3822513"/>
              <a:ext cx="1394346" cy="407157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Cubo 25">
              <a:extLst>
                <a:ext uri="{FF2B5EF4-FFF2-40B4-BE49-F238E27FC236}">
                  <a16:creationId xmlns:a16="http://schemas.microsoft.com/office/drawing/2014/main" id="{88ECFA60-D4BF-C318-1D15-1FA69BC5E6A6}"/>
                </a:ext>
              </a:extLst>
            </p:cNvPr>
            <p:cNvSpPr/>
            <p:nvPr/>
          </p:nvSpPr>
          <p:spPr>
            <a:xfrm>
              <a:off x="5569424" y="3668974"/>
              <a:ext cx="854123" cy="350293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38830E62-398D-2AB0-1FC8-50C244935914}"/>
              </a:ext>
            </a:extLst>
          </p:cNvPr>
          <p:cNvGrpSpPr/>
          <p:nvPr/>
        </p:nvGrpSpPr>
        <p:grpSpPr>
          <a:xfrm rot="10800000">
            <a:off x="6887551" y="2476671"/>
            <a:ext cx="661917" cy="277503"/>
            <a:chOff x="4872251" y="3668974"/>
            <a:chExt cx="2172236" cy="830234"/>
          </a:xfrm>
          <a:solidFill>
            <a:srgbClr val="663300">
              <a:alpha val="50000"/>
            </a:srgbClr>
          </a:solidFill>
        </p:grpSpPr>
        <p:sp>
          <p:nvSpPr>
            <p:cNvPr id="28" name="Cubo 27">
              <a:extLst>
                <a:ext uri="{FF2B5EF4-FFF2-40B4-BE49-F238E27FC236}">
                  <a16:creationId xmlns:a16="http://schemas.microsoft.com/office/drawing/2014/main" id="{0DB304F0-189D-5CBE-36AC-1816BE6F5377}"/>
                </a:ext>
              </a:extLst>
            </p:cNvPr>
            <p:cNvSpPr/>
            <p:nvPr/>
          </p:nvSpPr>
          <p:spPr>
            <a:xfrm>
              <a:off x="4872251" y="3985143"/>
              <a:ext cx="2172236" cy="514065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9" name="Cubo 28">
              <a:extLst>
                <a:ext uri="{FF2B5EF4-FFF2-40B4-BE49-F238E27FC236}">
                  <a16:creationId xmlns:a16="http://schemas.microsoft.com/office/drawing/2014/main" id="{B490D55B-673E-B066-3045-4D0A3EF17D19}"/>
                </a:ext>
              </a:extLst>
            </p:cNvPr>
            <p:cNvSpPr/>
            <p:nvPr/>
          </p:nvSpPr>
          <p:spPr>
            <a:xfrm>
              <a:off x="5274859" y="3822513"/>
              <a:ext cx="1394346" cy="407157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0" name="Cubo 29">
              <a:extLst>
                <a:ext uri="{FF2B5EF4-FFF2-40B4-BE49-F238E27FC236}">
                  <a16:creationId xmlns:a16="http://schemas.microsoft.com/office/drawing/2014/main" id="{F2115165-8F1B-AF49-749B-DFDB35C130A7}"/>
                </a:ext>
              </a:extLst>
            </p:cNvPr>
            <p:cNvSpPr/>
            <p:nvPr/>
          </p:nvSpPr>
          <p:spPr>
            <a:xfrm>
              <a:off x="5569424" y="3668974"/>
              <a:ext cx="854123" cy="350293"/>
            </a:xfrm>
            <a:prstGeom prst="cube">
              <a:avLst>
                <a:gd name="adj" fmla="val 7415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7B02C8E-2AD1-1367-CBF0-6CA92C7918D4}"/>
              </a:ext>
            </a:extLst>
          </p:cNvPr>
          <p:cNvSpPr txBox="1"/>
          <p:nvPr/>
        </p:nvSpPr>
        <p:spPr>
          <a:xfrm>
            <a:off x="4713402" y="982854"/>
            <a:ext cx="468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RGB</a:t>
            </a:r>
            <a:endParaRPr lang="es-PE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0A3728F-353D-F2A1-94FD-4B17659D4C78}"/>
              </a:ext>
            </a:extLst>
          </p:cNvPr>
          <p:cNvSpPr txBox="1"/>
          <p:nvPr/>
        </p:nvSpPr>
        <p:spPr>
          <a:xfrm>
            <a:off x="6108338" y="982854"/>
            <a:ext cx="8098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Infrarroja</a:t>
            </a:r>
            <a:endParaRPr lang="es-PE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8E62B71-188C-398E-3042-5149E6819B0C}"/>
              </a:ext>
            </a:extLst>
          </p:cNvPr>
          <p:cNvSpPr txBox="1"/>
          <p:nvPr/>
        </p:nvSpPr>
        <p:spPr>
          <a:xfrm>
            <a:off x="5522833" y="982854"/>
            <a:ext cx="516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UV</a:t>
            </a:r>
            <a:endParaRPr lang="es-PE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DAD0281-612B-DDEE-D1F1-182657CE13A6}"/>
              </a:ext>
            </a:extLst>
          </p:cNvPr>
          <p:cNvSpPr txBox="1"/>
          <p:nvPr/>
        </p:nvSpPr>
        <p:spPr>
          <a:xfrm>
            <a:off x="6930919" y="982854"/>
            <a:ext cx="8987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Rayos X</a:t>
            </a:r>
            <a:endParaRPr lang="es-PE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1EE449C3-6EEE-7B0A-F076-658B0F893A6B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947689" y="2059544"/>
            <a:ext cx="0" cy="40301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580DF11-8A74-98DE-B24F-E9AB76348CB2}"/>
              </a:ext>
            </a:extLst>
          </p:cNvPr>
          <p:cNvSpPr/>
          <p:nvPr/>
        </p:nvSpPr>
        <p:spPr>
          <a:xfrm>
            <a:off x="4666101" y="3215709"/>
            <a:ext cx="651916" cy="65964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  <a:p>
            <a:pPr algn="ctr"/>
            <a:r>
              <a:rPr lang="es-E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endParaRPr lang="es-PE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E52668E-93AC-ED19-3F25-19AF71B27F13}"/>
              </a:ext>
            </a:extLst>
          </p:cNvPr>
          <p:cNvSpPr/>
          <p:nvPr/>
        </p:nvSpPr>
        <p:spPr>
          <a:xfrm>
            <a:off x="5403711" y="3215709"/>
            <a:ext cx="651916" cy="65964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endParaRPr lang="es-PE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A02E971-C2D9-2EBA-F142-504BFF17D549}"/>
              </a:ext>
            </a:extLst>
          </p:cNvPr>
          <p:cNvSpPr/>
          <p:nvPr/>
        </p:nvSpPr>
        <p:spPr>
          <a:xfrm>
            <a:off x="6146312" y="3215709"/>
            <a:ext cx="651916" cy="65964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endParaRPr lang="es-PE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248D490-AA9D-B5E9-A146-F862A5266DB0}"/>
              </a:ext>
            </a:extLst>
          </p:cNvPr>
          <p:cNvSpPr/>
          <p:nvPr/>
        </p:nvSpPr>
        <p:spPr>
          <a:xfrm>
            <a:off x="6887551" y="3215709"/>
            <a:ext cx="651916" cy="65964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endParaRPr lang="es-PE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05B2CA8-6BE2-1B9A-31BE-E33E1ADCB370}"/>
              </a:ext>
            </a:extLst>
          </p:cNvPr>
          <p:cNvSpPr/>
          <p:nvPr/>
        </p:nvSpPr>
        <p:spPr>
          <a:xfrm>
            <a:off x="4558828" y="2256868"/>
            <a:ext cx="3116240" cy="715089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3639C73-4AB8-A0FE-C26D-41A547E4F3E7}"/>
              </a:ext>
            </a:extLst>
          </p:cNvPr>
          <p:cNvSpPr txBox="1"/>
          <p:nvPr/>
        </p:nvSpPr>
        <p:spPr>
          <a:xfrm>
            <a:off x="4484462" y="2724482"/>
            <a:ext cx="516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</a:t>
            </a:r>
            <a:endParaRPr lang="es-PE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DDBB0260-DD53-EC71-996D-2468553ED8AE}"/>
              </a:ext>
            </a:extLst>
          </p:cNvPr>
          <p:cNvGrpSpPr/>
          <p:nvPr/>
        </p:nvGrpSpPr>
        <p:grpSpPr>
          <a:xfrm>
            <a:off x="4947689" y="2814687"/>
            <a:ext cx="2290245" cy="412122"/>
            <a:chOff x="5206520" y="1760670"/>
            <a:chExt cx="2290245" cy="200904"/>
          </a:xfrm>
        </p:grpSpPr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2BEE2745-71B5-0061-BEE6-12E9031A3E81}"/>
                </a:ext>
              </a:extLst>
            </p:cNvPr>
            <p:cNvCxnSpPr>
              <a:cxnSpLocks/>
            </p:cNvCxnSpPr>
            <p:nvPr/>
          </p:nvCxnSpPr>
          <p:spPr>
            <a:xfrm>
              <a:off x="5206520" y="1763693"/>
              <a:ext cx="0" cy="19788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BC532D8B-D439-F517-DE41-D0D19BDE1807}"/>
                </a:ext>
              </a:extLst>
            </p:cNvPr>
            <p:cNvCxnSpPr>
              <a:cxnSpLocks/>
            </p:cNvCxnSpPr>
            <p:nvPr/>
          </p:nvCxnSpPr>
          <p:spPr>
            <a:xfrm>
              <a:off x="5988500" y="1763693"/>
              <a:ext cx="0" cy="19788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54DDE058-C1BF-E5EE-035D-3AFB05A5C793}"/>
                </a:ext>
              </a:extLst>
            </p:cNvPr>
            <p:cNvCxnSpPr>
              <a:cxnSpLocks/>
            </p:cNvCxnSpPr>
            <p:nvPr/>
          </p:nvCxnSpPr>
          <p:spPr>
            <a:xfrm>
              <a:off x="6744494" y="1760670"/>
              <a:ext cx="0" cy="19788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27E10AF6-E3A6-D407-D5E5-FD190F5F1EA7}"/>
                </a:ext>
              </a:extLst>
            </p:cNvPr>
            <p:cNvCxnSpPr>
              <a:cxnSpLocks/>
            </p:cNvCxnSpPr>
            <p:nvPr/>
          </p:nvCxnSpPr>
          <p:spPr>
            <a:xfrm>
              <a:off x="7496765" y="1760670"/>
              <a:ext cx="0" cy="19788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ángulo 46">
            <a:extLst>
              <a:ext uri="{FF2B5EF4-FFF2-40B4-BE49-F238E27FC236}">
                <a16:creationId xmlns:a16="http://schemas.microsoft.com/office/drawing/2014/main" id="{0CCEE701-EFAE-743A-75C9-B9F14F83DB72}"/>
              </a:ext>
            </a:extLst>
          </p:cNvPr>
          <p:cNvSpPr/>
          <p:nvPr/>
        </p:nvSpPr>
        <p:spPr>
          <a:xfrm>
            <a:off x="4555959" y="4314254"/>
            <a:ext cx="3116240" cy="1072475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9998FF9B-AFC6-7DF1-4B5A-D56915D289B2}"/>
              </a:ext>
            </a:extLst>
          </p:cNvPr>
          <p:cNvCxnSpPr>
            <a:cxnSpLocks/>
            <a:stCxn id="36" idx="2"/>
          </p:cNvCxnSpPr>
          <p:nvPr/>
        </p:nvCxnSpPr>
        <p:spPr>
          <a:xfrm rot="16200000" flipH="1">
            <a:off x="5330746" y="3536663"/>
            <a:ext cx="438904" cy="1116279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8CCFCA10-AA0E-4325-1882-69E73C1F34A3}"/>
              </a:ext>
            </a:extLst>
          </p:cNvPr>
          <p:cNvCxnSpPr>
            <a:cxnSpLocks/>
            <a:stCxn id="37" idx="2"/>
          </p:cNvCxnSpPr>
          <p:nvPr/>
        </p:nvCxnSpPr>
        <p:spPr>
          <a:xfrm rot="16200000" flipH="1">
            <a:off x="5699551" y="3905468"/>
            <a:ext cx="438904" cy="378669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974C90BC-FC10-9717-F148-730EF4B2AC23}"/>
              </a:ext>
            </a:extLst>
          </p:cNvPr>
          <p:cNvCxnSpPr>
            <a:cxnSpLocks/>
            <a:stCxn id="38" idx="2"/>
          </p:cNvCxnSpPr>
          <p:nvPr/>
        </p:nvCxnSpPr>
        <p:spPr>
          <a:xfrm rot="5400000">
            <a:off x="6070852" y="3912837"/>
            <a:ext cx="438904" cy="363932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C6D2721-CCA0-70A7-979C-B7582D07140E}"/>
              </a:ext>
            </a:extLst>
          </p:cNvPr>
          <p:cNvCxnSpPr>
            <a:cxnSpLocks/>
            <a:stCxn id="39" idx="2"/>
          </p:cNvCxnSpPr>
          <p:nvPr/>
        </p:nvCxnSpPr>
        <p:spPr>
          <a:xfrm rot="5400000">
            <a:off x="6441472" y="3542218"/>
            <a:ext cx="438904" cy="110517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4C67CC9-86BB-02CE-1622-515DCE7CA58A}"/>
              </a:ext>
            </a:extLst>
          </p:cNvPr>
          <p:cNvSpPr txBox="1"/>
          <p:nvPr/>
        </p:nvSpPr>
        <p:spPr>
          <a:xfrm>
            <a:off x="4550218" y="3880515"/>
            <a:ext cx="1488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 multimodal</a:t>
            </a:r>
            <a:endParaRPr lang="es-PE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E5FC4FA-8674-AA81-D210-A5DA914B2EE5}"/>
              </a:ext>
            </a:extLst>
          </p:cNvPr>
          <p:cNvSpPr txBox="1"/>
          <p:nvPr/>
        </p:nvSpPr>
        <p:spPr>
          <a:xfrm>
            <a:off x="6182946" y="2915282"/>
            <a:ext cx="17380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Extracción de características</a:t>
            </a:r>
            <a:endParaRPr lang="es-PE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BD75B70-5FF0-191E-A1C1-C0F2A4FFDBCD}"/>
              </a:ext>
            </a:extLst>
          </p:cNvPr>
          <p:cNvSpPr txBox="1"/>
          <p:nvPr/>
        </p:nvSpPr>
        <p:spPr>
          <a:xfrm>
            <a:off x="6047783" y="4084378"/>
            <a:ext cx="17380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Fusión de tokens</a:t>
            </a:r>
            <a:endParaRPr lang="es-PE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956BA09-65A2-5632-9CFC-802530C0AE49}"/>
              </a:ext>
            </a:extLst>
          </p:cNvPr>
          <p:cNvSpPr txBox="1"/>
          <p:nvPr/>
        </p:nvSpPr>
        <p:spPr>
          <a:xfrm>
            <a:off x="4562079" y="5112357"/>
            <a:ext cx="19490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Codificador Swin </a:t>
            </a:r>
            <a:r>
              <a:rPr lang="es-E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</a:t>
            </a:r>
            <a:endParaRPr lang="es-PE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29F9040E-EAF9-D1BA-E90D-08AF2DE53D2E}"/>
              </a:ext>
            </a:extLst>
          </p:cNvPr>
          <p:cNvSpPr/>
          <p:nvPr/>
        </p:nvSpPr>
        <p:spPr>
          <a:xfrm>
            <a:off x="4664915" y="4439953"/>
            <a:ext cx="651916" cy="65964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  <a:p>
            <a:pPr algn="ctr"/>
            <a:r>
              <a:rPr lang="es-E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endParaRPr lang="es-PE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DF9C071F-A0F0-AD2E-746C-212B8D8A03FF}"/>
              </a:ext>
            </a:extLst>
          </p:cNvPr>
          <p:cNvSpPr/>
          <p:nvPr/>
        </p:nvSpPr>
        <p:spPr>
          <a:xfrm>
            <a:off x="5402525" y="4439953"/>
            <a:ext cx="651916" cy="65964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endParaRPr lang="es-PE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47679A95-4A2B-686E-9660-0775A94B9791}"/>
              </a:ext>
            </a:extLst>
          </p:cNvPr>
          <p:cNvSpPr/>
          <p:nvPr/>
        </p:nvSpPr>
        <p:spPr>
          <a:xfrm>
            <a:off x="6145126" y="4439953"/>
            <a:ext cx="651916" cy="65964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endParaRPr lang="es-PE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0EC47A3A-144D-181D-0B60-984676B35527}"/>
              </a:ext>
            </a:extLst>
          </p:cNvPr>
          <p:cNvSpPr/>
          <p:nvPr/>
        </p:nvSpPr>
        <p:spPr>
          <a:xfrm>
            <a:off x="6886365" y="4439953"/>
            <a:ext cx="651916" cy="65964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  <a:p>
            <a:pPr algn="ctr"/>
            <a:r>
              <a:rPr lang="es-ES" sz="9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endParaRPr lang="es-PE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DD6BF61F-B217-767C-DB6C-6F8E4112E7F2}"/>
              </a:ext>
            </a:extLst>
          </p:cNvPr>
          <p:cNvSpPr/>
          <p:nvPr/>
        </p:nvSpPr>
        <p:spPr>
          <a:xfrm>
            <a:off x="4555959" y="5549230"/>
            <a:ext cx="3116240" cy="1072475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81E3C56-0C12-FE00-3C13-C3A17918CED5}"/>
              </a:ext>
            </a:extLst>
          </p:cNvPr>
          <p:cNvSpPr txBox="1"/>
          <p:nvPr/>
        </p:nvSpPr>
        <p:spPr>
          <a:xfrm>
            <a:off x="4536585" y="6329740"/>
            <a:ext cx="1459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Decodificador DETR</a:t>
            </a:r>
            <a:endParaRPr lang="es-PE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5345AA17-11A8-DBC2-9ECF-E1910CBAF745}"/>
              </a:ext>
            </a:extLst>
          </p:cNvPr>
          <p:cNvSpPr/>
          <p:nvPr/>
        </p:nvSpPr>
        <p:spPr>
          <a:xfrm>
            <a:off x="4862244" y="5725548"/>
            <a:ext cx="1009869" cy="42554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 Cruzada</a:t>
            </a:r>
            <a:endParaRPr lang="es-PE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9ACF3E38-0EE0-694A-4BBA-7E3278A41F12}"/>
              </a:ext>
            </a:extLst>
          </p:cNvPr>
          <p:cNvCxnSpPr>
            <a:stCxn id="56" idx="3"/>
            <a:endCxn id="57" idx="1"/>
          </p:cNvCxnSpPr>
          <p:nvPr/>
        </p:nvCxnSpPr>
        <p:spPr>
          <a:xfrm>
            <a:off x="5316831" y="4769774"/>
            <a:ext cx="85694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403FE3FD-5815-9107-D36B-DB6C3441A1E6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>
            <a:off x="6054441" y="4769774"/>
            <a:ext cx="9068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65547C6-2C49-2FFE-F647-DBE598E51BA3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6797042" y="4769774"/>
            <a:ext cx="89323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1C647E93-6214-1698-D018-5884CE909B99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 rot="5400000">
            <a:off x="6438384" y="4775290"/>
            <a:ext cx="449635" cy="1098244"/>
          </a:xfrm>
          <a:prstGeom prst="bentConnector3">
            <a:avLst>
              <a:gd name="adj1" fmla="val 80021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ángulo 66">
            <a:extLst>
              <a:ext uri="{FF2B5EF4-FFF2-40B4-BE49-F238E27FC236}">
                <a16:creationId xmlns:a16="http://schemas.microsoft.com/office/drawing/2014/main" id="{B08BE756-508D-3E1C-3364-34B3DDA69027}"/>
              </a:ext>
            </a:extLst>
          </p:cNvPr>
          <p:cNvSpPr/>
          <p:nvPr/>
        </p:nvSpPr>
        <p:spPr>
          <a:xfrm>
            <a:off x="4918526" y="6194632"/>
            <a:ext cx="134983" cy="1216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BB4F4E5E-12AF-7615-3EF3-A52552304BE0}"/>
              </a:ext>
            </a:extLst>
          </p:cNvPr>
          <p:cNvSpPr/>
          <p:nvPr/>
        </p:nvSpPr>
        <p:spPr>
          <a:xfrm>
            <a:off x="5123177" y="6194633"/>
            <a:ext cx="134983" cy="1216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9262627F-A85D-8463-E7D9-D2251E5EF734}"/>
              </a:ext>
            </a:extLst>
          </p:cNvPr>
          <p:cNvSpPr/>
          <p:nvPr/>
        </p:nvSpPr>
        <p:spPr>
          <a:xfrm>
            <a:off x="5327828" y="6194633"/>
            <a:ext cx="134983" cy="1216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344E7C11-1B1E-0C5A-C13D-3F7DEF844EC7}"/>
              </a:ext>
            </a:extLst>
          </p:cNvPr>
          <p:cNvSpPr/>
          <p:nvPr/>
        </p:nvSpPr>
        <p:spPr>
          <a:xfrm>
            <a:off x="5532479" y="6194631"/>
            <a:ext cx="134983" cy="1216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047A0212-A07A-DEBA-F496-9F405419F5B6}"/>
              </a:ext>
            </a:extLst>
          </p:cNvPr>
          <p:cNvSpPr/>
          <p:nvPr/>
        </p:nvSpPr>
        <p:spPr>
          <a:xfrm>
            <a:off x="5737130" y="6194630"/>
            <a:ext cx="134983" cy="1216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8F9DBCAA-7C0C-6EBD-35B8-11D11F75B385}"/>
              </a:ext>
            </a:extLst>
          </p:cNvPr>
          <p:cNvSpPr/>
          <p:nvPr/>
        </p:nvSpPr>
        <p:spPr>
          <a:xfrm>
            <a:off x="5910013" y="5642225"/>
            <a:ext cx="1733406" cy="92203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t"/>
          <a:lstStyle/>
          <a:p>
            <a:pPr algn="ctr"/>
            <a:r>
              <a:rPr lang="es-ES" sz="9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Hungarian</a:t>
            </a:r>
            <a:r>
              <a:rPr lang="es-ES" sz="9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Loss</a:t>
            </a:r>
            <a:endParaRPr lang="es-PE" sz="9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429AD69C-1124-B8D3-47EA-60A767D730F6}"/>
                  </a:ext>
                </a:extLst>
              </p:cNvPr>
              <p:cNvSpPr txBox="1"/>
              <p:nvPr/>
            </p:nvSpPr>
            <p:spPr>
              <a:xfrm>
                <a:off x="5939714" y="6033637"/>
                <a:ext cx="1681935" cy="151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s-PE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𝑐𝑙𝑠</m:t>
                          </m:r>
                        </m:sub>
                      </m:sSub>
                      <m:sSub>
                        <m:sSubPr>
                          <m:ctrlP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𝑐𝑙𝑠</m:t>
                          </m:r>
                        </m:sub>
                      </m:sSub>
                      <m:r>
                        <a:rPr lang="es-PE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sSub>
                            <m:sSubPr>
                              <m:ctrlPr>
                                <a:rPr lang="es-PE" sz="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PE" sz="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PE" sz="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sz="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  <m:sub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PE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𝑔𝑖𝑢𝑜</m:t>
                          </m:r>
                        </m:sub>
                      </m:sSub>
                      <m:sSub>
                        <m:sSubPr>
                          <m:ctrlP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PE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𝑔𝑖𝑜𝑢</m:t>
                          </m:r>
                        </m:sub>
                      </m:sSub>
                    </m:oMath>
                  </m:oMathPara>
                </a14:m>
                <a:endParaRPr lang="es-PE" sz="900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429AD69C-1124-B8D3-47EA-60A767D73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714" y="6033637"/>
                <a:ext cx="1681935" cy="151195"/>
              </a:xfrm>
              <a:prstGeom prst="rect">
                <a:avLst/>
              </a:prstGeom>
              <a:blipFill>
                <a:blip r:embed="rId2"/>
                <a:stretch>
                  <a:fillRect l="-1449" r="-1087" b="-24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ángulo 73">
            <a:extLst>
              <a:ext uri="{FF2B5EF4-FFF2-40B4-BE49-F238E27FC236}">
                <a16:creationId xmlns:a16="http://schemas.microsoft.com/office/drawing/2014/main" id="{79141F6D-9191-0D4B-32CE-E33477716BF0}"/>
              </a:ext>
            </a:extLst>
          </p:cNvPr>
          <p:cNvSpPr/>
          <p:nvPr/>
        </p:nvSpPr>
        <p:spPr>
          <a:xfrm>
            <a:off x="4688990" y="5643716"/>
            <a:ext cx="134983" cy="1216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05F2470D-4FAE-6465-5B1A-2E1F1A5E7DDC}"/>
              </a:ext>
            </a:extLst>
          </p:cNvPr>
          <p:cNvSpPr/>
          <p:nvPr/>
        </p:nvSpPr>
        <p:spPr>
          <a:xfrm>
            <a:off x="4683470" y="5817814"/>
            <a:ext cx="134983" cy="1216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4981AFF6-69B3-47CF-7537-4096BCB7AD15}"/>
              </a:ext>
            </a:extLst>
          </p:cNvPr>
          <p:cNvSpPr/>
          <p:nvPr/>
        </p:nvSpPr>
        <p:spPr>
          <a:xfrm>
            <a:off x="4683469" y="5980315"/>
            <a:ext cx="134983" cy="1216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B8FD95A6-BD82-A218-5555-4A365038830B}"/>
              </a:ext>
            </a:extLst>
          </p:cNvPr>
          <p:cNvSpPr/>
          <p:nvPr/>
        </p:nvSpPr>
        <p:spPr>
          <a:xfrm>
            <a:off x="4683469" y="6144011"/>
            <a:ext cx="134983" cy="1216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483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144</Words>
  <Application>Microsoft Office PowerPoint</Application>
  <PresentationFormat>Panorámica</PresentationFormat>
  <Paragraphs>42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 Math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 Cloque Rensso Victor Hugo</dc:creator>
  <cp:lastModifiedBy>Mora Cloque Rensso Victor Hugo</cp:lastModifiedBy>
  <cp:revision>2</cp:revision>
  <dcterms:created xsi:type="dcterms:W3CDTF">2026-10-30T01:38:00Z</dcterms:created>
  <dcterms:modified xsi:type="dcterms:W3CDTF">2026-10-30T04:03:54Z</dcterms:modified>
</cp:coreProperties>
</file>